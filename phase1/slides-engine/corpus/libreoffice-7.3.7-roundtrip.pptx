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D47FA5-7EC7-4E12-BDF1-5E27BA5352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EB78C-5E2D-4E5B-869E-67BD00D81C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A8B99-B754-4CB7-95D5-1C1A87F89B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63122-0177-4005-B69C-37A997B6B7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D0E46-47BD-42B4-B0CC-5F3ED36C45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F5C78-7479-4C38-A64C-149D504F16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DB8147-643B-4497-8A00-745F6DA00E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6EF1E8-0CBE-44E4-B3CC-C63CF9AFBD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C5803E-0F7C-482E-8825-437B6DF4FC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2B87AA-2EA8-4028-A7AB-1C478AE597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62946E-D75A-4EAF-AD25-41B7B553CF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2A5EE9-04F6-4A62-B4A1-117343364B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7CFD71-E595-4EC4-AEC8-792AC3FC60E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1944360" y="640080"/>
            <a:ext cx="5254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281e5a"/>
                </a:solidFill>
                <a:latin typeface="Ubuntu"/>
              </a:rPr>
              <a:t>Somnia Documents Studio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2147040" y="2011680"/>
            <a:ext cx="4849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Ubuntu"/>
              </a:rPr>
              <a:t>Independent PPTX import / render / edit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2120400" y="640080"/>
            <a:ext cx="4902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281e5a"/>
                </a:solidFill>
                <a:latin typeface="Ubuntu"/>
              </a:rPr>
              <a:t>Worker stays responsive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2737080" y="2011680"/>
            <a:ext cx="3669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Ubuntu"/>
              </a:rPr>
              <a:t>Rust + WASM, no DeckCraft UI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