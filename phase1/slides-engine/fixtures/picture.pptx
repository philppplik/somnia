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00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81E5A"/>
                </a:solidFill>
                <a:latin typeface="Ubuntu"/>
              </a:rPr>
              <a:t>Somnia Documents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0116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Ubuntu"/>
              </a:rPr>
              <a:t>Independent PPTX import / render / edit</a:t>
            </a:r>
          </a:p>
        </p:txBody>
      </p:sp>
      <p:pic>
        <p:nvPicPr>
          <p:cNvPr id="4" name="Picture 3" descr="Sample 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500" y="2508250"/>
            <a:ext cx="127000" cy="12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00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81E5A"/>
                </a:solidFill>
                <a:latin typeface="Ubuntu"/>
              </a:rPr>
              <a:t>Worker stays responsive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0116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Ubuntu"/>
              </a:rPr>
              <a:t>Rust + WASM, no DeckCraft 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