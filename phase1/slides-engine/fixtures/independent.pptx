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Somnia Documents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Independent PPTX import / render / 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Worker stays responsive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Rust + WASM, no DeckCraft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