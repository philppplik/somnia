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  <p:graphicFrame>
        <p:nvGraphicFramePr>
          <p:cNvPr id="900" name="Table 899"/>
          <p:cNvGraphicFramePr/>
          <p:nvPr/>
        </p:nvGraphicFramePr>
        <p:xfrm>
          <a:off x="914400" y="914400"/>
          <a:ext cx="3000000" cy="1115040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1500000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Qty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/>
                        <a:t>2.5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