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3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8" r:id="rId9"/>
    <p:sldId id="257" r:id="rId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640080"/>
            <a:ext cx="7955279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281E5A"/>
                </a:solidFill>
                <a:latin typeface="Ubuntu"/>
              </a:rPr>
              <a:t>Somnia Documents 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011680"/>
            <a:ext cx="7955279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latin typeface="Ubuntu"/>
              </a:rPr>
              <a:t>Independent PPTX import / render / edit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640080"/>
            <a:ext cx="7955279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281E5A"/>
                </a:solidFill>
                <a:latin typeface="Ubuntu"/>
              </a:rPr>
              <a:t>Worker stays responsive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011680"/>
            <a:ext cx="7955279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latin typeface="Ubuntu"/>
              </a:rPr>
              <a:t>Rust + WASM, no DeckCraft UI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/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