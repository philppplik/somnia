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81E5A"/>
                </a:solidFill>
                <a:latin typeface="Ubuntu"/>
              </a:rPr>
              <a:t xml:space="preserve">Somnia edited copy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Ubuntu"/>
              </a:rPr>
              <a:t>Independent PPTX import / render / edit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81E5A"/>
                </a:solidFill>
                <a:latin typeface="Ubuntu"/>
              </a:rPr>
              <a:t>Worker stays responsive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Ubuntu"/>
              </a:rPr>
              <a:t>Rust + WASM, no DeckCraft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